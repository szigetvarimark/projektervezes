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6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EF47B2-7445-A77F-FCFB-A9E11E67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1826BF3-557F-83A6-6B52-062D47AC6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24F79A1-AF43-F45F-36A0-67A555C8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0BE37C5-B294-81D4-50AB-15651E10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AAB101-4BBD-A74A-D1FE-0B6D5B07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406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2B8605-6C21-9475-88A5-439CD82A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0C5571-DA8E-C361-76C2-87C0E2A5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6C9800-30CA-F773-5078-8353F6AF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F935495-A966-ABA1-DF29-476C119C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651950-D3AF-ED83-B237-D2321776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35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BEA7D8-F39B-F233-219E-E6D7643E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92AE7F5-2B82-3BF6-2203-A789E3A13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AEF247-C689-F05A-D7D6-7F24149E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C75AC7A-D138-694F-2410-1DE51068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407CB5-DFBA-ECBA-D86D-DB9FCDD7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208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7D8126-D56D-CCF2-9DDA-5FC028398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01B954-56CE-EA01-7F2D-C363F6819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6EE3A1D-950A-9A07-42DD-F41F47FE7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4C415C8-4F9E-4573-95EB-D8389EC08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E1D9D23-71DC-1E17-C2BC-F9AC54E5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E011A6F-E3E0-8ECB-FE30-BD0D742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429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0D8B5C-9B6E-BD42-6E88-76EF7706B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C9B7B37-9B90-E7A7-67D0-F7E9A4FA8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08653B3-4664-2413-8207-D5E2656AB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BCBD3DB-77E3-8DC5-C5DC-D10FD298C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7EA58CA-08B7-902F-CFA7-E20689354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2F455B3-EACC-67A5-7216-39713E26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426F427-EF8E-0E2E-CA3D-28B973F4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CA84A14-2B43-66B9-10B8-A64D78D1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224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E0B5EB-0B65-7C2A-378E-25B88152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7264457-BBD3-B967-E99F-C10485D8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60C17C9-7C41-E463-3D02-0A097494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632AE73-EE36-AE72-0249-581E33E6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709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76E6518-026F-FE69-31B3-0D8213C2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905FB8D-0751-9913-F968-29DC2C2E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654FE03-08B5-4DD6-EE09-478B7A61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271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AF904F-6B83-563E-3663-1C30BCB2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710EC5-2DDE-6601-B306-AAD4CDD21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F0B3CE0-0E83-AD4E-7898-627C9DC09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E59FD66-9B90-8E9B-9349-444B5ED8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C8CF616-99D0-B015-9003-0157D355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D8B6080-48A0-2C48-8DE0-B176FB9A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47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F0E349-9551-B6D3-FF88-5EB964903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247DF07-42B9-F68F-FE27-561E48EA1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3E5FC45-3F2A-F102-B491-8DD6694E9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05010AD-4119-D568-50ED-FD5A7DE3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4CE3B2B-7E03-71BD-EF71-9B71057A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26C439E-C139-5FCC-4316-C3B4DD1B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788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59A135-F621-9E63-528E-4815C8FE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1FF6DD8-CD94-D22C-0219-82FB2A38A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006B6D7-9667-DCCF-9312-C4439FE9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F1C2F00-F96E-9304-9D49-EC59AFC9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B8A7DD4-164A-C3E3-263C-CFAC61B8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708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B668C9C-AD1A-65DD-DD6D-D32005201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68BC56E-B0DB-2537-62A1-25439F224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37B6AF-4FFB-F0E8-8616-61668B7C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30F57A1-C354-5D0F-F8CB-2CB20872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E703BC-6D1F-464D-5D42-47FCD282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343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93D5420-F616-09C0-A67D-AF12F452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F3F381C-1AB4-EA1A-200D-6367ED70B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3E671C-0CAF-96D4-41BE-9E160805B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5D2BE-4B68-4CAD-BB26-5A4F8DC6DEBE}" type="datetimeFigureOut">
              <a:rPr lang="hu-HU" smtClean="0"/>
              <a:t>2023. 12. 13.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A8B348-A7DA-6114-906E-53B1C0D9F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C2C6FB-4CDC-F20B-EAC4-AFF2B0857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2241E-EE01-4389-BF89-B49616B96B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061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B21FBB1-9FB1-4E36-7E81-F71D8CB67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hu-HU" sz="7200" dirty="0">
                <a:latin typeface="Arial" panose="020B0604020202020204" pitchFamily="34" charset="0"/>
                <a:cs typeface="Arial" panose="020B0604020202020204" pitchFamily="34" charset="0"/>
              </a:rPr>
              <a:t>Projekttervezés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FA35BE3-64D5-1D10-1D2F-81BCF4DD8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hu-HU" dirty="0"/>
              <a:t>Készítette: Szigetvári Márk , Nagy Bence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05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7AD97BB-B2E0-2494-0F3E-7CAD43F1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A projekt fogalma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017C76-B7E7-1948-9531-964C8E3B7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endParaRPr lang="hu-HU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u-HU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000">
                <a:latin typeface="Arial" panose="020B0604020202020204" pitchFamily="34" charset="0"/>
                <a:cs typeface="Arial" panose="020B0604020202020204" pitchFamily="34" charset="0"/>
              </a:rPr>
              <a:t>A projekt egy előre tervezett tevékenységsorozat, mely meghatározott célt céloz meg </a:t>
            </a:r>
            <a:r>
              <a:rPr lang="hu-HU" sz="2000" b="1">
                <a:latin typeface="Arial" panose="020B0604020202020204" pitchFamily="34" charset="0"/>
                <a:cs typeface="Arial" panose="020B0604020202020204" pitchFamily="34" charset="0"/>
              </a:rPr>
              <a:t>határidő-, költség-, erőforrás- és minőségkorlátokkal</a:t>
            </a:r>
            <a:r>
              <a:rPr lang="hu-HU" sz="2000">
                <a:latin typeface="Arial" panose="020B0604020202020204" pitchFamily="34" charset="0"/>
                <a:cs typeface="Arial" panose="020B0604020202020204" pitchFamily="34" charset="0"/>
              </a:rPr>
              <a:t>, és az erőforrások összehangolt felhasználásával valósítható meg. </a:t>
            </a:r>
          </a:p>
          <a:p>
            <a:pPr marL="0" indent="0">
              <a:buNone/>
            </a:pPr>
            <a:endParaRPr lang="hu-HU" sz="200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AB800CE-7521-D498-0115-092DE1BAEB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30" r="1" b="1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4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926DF7-F24D-DF16-0875-736C7513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A projektek csoportosítása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EB46E569-804E-F793-1FB4-4CFD371C2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A projektek téma, illetve tartalom alapján lehetnek pl.: </a:t>
            </a:r>
          </a:p>
          <a:p>
            <a:pPr marL="0" indent="0">
              <a:buNone/>
            </a:pPr>
            <a:endParaRPr lang="hu-H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Építési projektek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Szervezetfejlesztési projektek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IT projektek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Logisztikai projektek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Környezetvédelmi projektek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Marketingprojektek</a:t>
            </a:r>
          </a:p>
        </p:txBody>
      </p:sp>
    </p:spTree>
    <p:extLst>
      <p:ext uri="{BB962C8B-B14F-4D97-AF65-F5344CB8AC3E}">
        <p14:creationId xmlns:p14="http://schemas.microsoft.com/office/powerpoint/2010/main" val="419339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FF434A-4C7D-8391-7B81-DA48C8BE4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endParaRPr lang="hu-HU" sz="2200" dirty="0"/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Időtáv szerint: 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Rövid távú projektek, 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Középtávú projektek, </a:t>
            </a:r>
          </a:p>
          <a:p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Hosszú távú projektek.</a:t>
            </a:r>
          </a:p>
          <a:p>
            <a:endParaRPr lang="hu-H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sz="2200" dirty="0">
                <a:latin typeface="Arial" panose="020B0604020202020204" pitchFamily="34" charset="0"/>
                <a:cs typeface="Arial" panose="020B0604020202020204" pitchFamily="34" charset="0"/>
              </a:rPr>
              <a:t>A projektek tervezése és megvalósítása a mérettől függetlenül azonos elvek szerint történik. </a:t>
            </a:r>
          </a:p>
          <a:p>
            <a:endParaRPr lang="hu-HU" sz="2200" dirty="0"/>
          </a:p>
        </p:txBody>
      </p:sp>
    </p:spTree>
    <p:extLst>
      <p:ext uri="{BB962C8B-B14F-4D97-AF65-F5344CB8AC3E}">
        <p14:creationId xmlns:p14="http://schemas.microsoft.com/office/powerpoint/2010/main" val="2021362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BE2838A-7811-097B-B6A4-E4487ABE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A projektek szereplői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8176E64-F4DE-A884-89E5-AF498FEA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07" y="2203079"/>
            <a:ext cx="10237143" cy="398670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projektek résztvevői különböző személyek és csoportok, mint például a projektmenedzser, projektmunkacsoport, menedzsment, szponzor, projektfelügyelő és megrendelő. </a:t>
            </a:r>
          </a:p>
          <a:p>
            <a:pPr marL="0" indent="0">
              <a:buNone/>
            </a:pP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Ezek a szereplők különböző feladatokkal rendelkeznek, amelyek kulcsfontosságúak a projekt sikeres végrehajtásához. </a:t>
            </a:r>
          </a:p>
        </p:txBody>
      </p:sp>
    </p:spTree>
    <p:extLst>
      <p:ext uri="{BB962C8B-B14F-4D97-AF65-F5344CB8AC3E}">
        <p14:creationId xmlns:p14="http://schemas.microsoft.com/office/powerpoint/2010/main" val="261313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C72F16-FDC7-7821-FB24-2068B705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Projektmenedzser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3D452B-76B5-A84A-640C-EB4DE555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projektmenedzser fő feladata a projektfolyamat irányítása és a projektteam vezetése. </a:t>
            </a:r>
          </a:p>
          <a:p>
            <a:pPr marL="0" indent="0">
              <a:buNone/>
            </a:pP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Teljes körű felelősséggel rendelkezik a projekt munkájáért és a kitűzött célok eléréséért. </a:t>
            </a:r>
          </a:p>
          <a:p>
            <a:pPr marL="0" indent="0">
              <a:buNone/>
            </a:pP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projektmenedzser aktívan részt vesz a projekt definiálásában, tervezésében, irányításában, és rendszeresen tájékoztatja a projektfelügyelőt az előrehaladásról.</a:t>
            </a:r>
          </a:p>
        </p:txBody>
      </p:sp>
    </p:spTree>
    <p:extLst>
      <p:ext uri="{BB962C8B-B14F-4D97-AF65-F5344CB8AC3E}">
        <p14:creationId xmlns:p14="http://schemas.microsoft.com/office/powerpoint/2010/main" val="299100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8A1886-62CC-F744-6CE2-8EA5D5C1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7C1965-714E-86F3-D96A-8435C2325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6007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A08F18-06B6-8069-7B4E-F347A94F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870CA9D-34BE-0C98-8BBB-59BC53CF8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370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8A740B-7075-E8FE-97D6-DD3C4F0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B1F624-3911-EA4E-A9EF-4CFD4E660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9873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530ED2-7D01-3E17-22B8-456A5D165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hu-HU" sz="6600" dirty="0"/>
              <a:t>Köszönjük a Figyelmet! </a:t>
            </a:r>
            <a:br>
              <a:rPr lang="hu-HU" sz="6600" dirty="0"/>
            </a:br>
            <a:endParaRPr lang="hu-HU" sz="6600" dirty="0"/>
          </a:p>
        </p:txBody>
      </p:sp>
    </p:spTree>
    <p:extLst>
      <p:ext uri="{BB962C8B-B14F-4D97-AF65-F5344CB8AC3E}">
        <p14:creationId xmlns:p14="http://schemas.microsoft.com/office/powerpoint/2010/main" val="17794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183</Words>
  <Application>Microsoft Office PowerPoint</Application>
  <PresentationFormat>Szélesvásznú</PresentationFormat>
  <Paragraphs>33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Office-téma</vt:lpstr>
      <vt:lpstr>Projekttervezés</vt:lpstr>
      <vt:lpstr>A projekt fogalma</vt:lpstr>
      <vt:lpstr>A projektek csoportosítása </vt:lpstr>
      <vt:lpstr>PowerPoint-bemutató</vt:lpstr>
      <vt:lpstr>A projektek szereplői </vt:lpstr>
      <vt:lpstr>Projektmenedzser szerepe</vt:lpstr>
      <vt:lpstr>PowerPoint-bemutató</vt:lpstr>
      <vt:lpstr>PowerPoint-bemutató</vt:lpstr>
      <vt:lpstr>PowerPoint-bemutató</vt:lpstr>
      <vt:lpstr>Köszönjük a Figyelmet!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Projekttervezés</dc:title>
  <dc:creator>Szigetvári Márk János 388</dc:creator>
  <cp:lastModifiedBy>Szigetvári Márk János 388</cp:lastModifiedBy>
  <cp:revision>2</cp:revision>
  <dcterms:created xsi:type="dcterms:W3CDTF">2023-12-13T09:06:16Z</dcterms:created>
  <dcterms:modified xsi:type="dcterms:W3CDTF">2023-12-13T09:59:28Z</dcterms:modified>
</cp:coreProperties>
</file>